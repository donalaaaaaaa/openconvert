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299eebe80c4cdf" /><Relationship Type="http://schemas.openxmlformats.org/officeDocument/2006/relationships/extended-properties" Target="/docProps/app.xml" Id="R5b9b919c6a7b4c3d" /><Relationship Type="http://schemas.openxmlformats.org/officeDocument/2006/relationships/officeDocument" Target="/ppt/presentation.xml" Id="Rb6caf443b7b24a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36f6020b0749bd"/>
  </p:sldMasterIdLst>
  <p:notesMasterIdLst>
    <p:notesMasterId xmlns:r="http://schemas.openxmlformats.org/officeDocument/2006/relationships" r:id="R17e36f4d9ccb4daa"/>
  </p:notesMasterIdLst>
  <p:sldIdLst>
    <p:sldId xmlns:r="http://schemas.openxmlformats.org/officeDocument/2006/relationships" id="256" r:id="Re617a9f0f90f40b5"/>
    <p:sldId xmlns:r="http://schemas.openxmlformats.org/officeDocument/2006/relationships" id="257" r:id="Rf2a5591edecf4f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743d802564f41" /><Relationship Type="http://schemas.openxmlformats.org/officeDocument/2006/relationships/slideMaster" Target="/ppt/slideMasters/slideMaster1.xml" Id="Ra336f6020b0749bd" /><Relationship Type="http://schemas.openxmlformats.org/officeDocument/2006/relationships/notesMaster" Target="/ppt/notesMasters/notesMaster1.xml" Id="R17e36f4d9ccb4daa" /><Relationship Type="http://schemas.openxmlformats.org/officeDocument/2006/relationships/presProps" Target="/ppt/presProps.xml" Id="R72a6063dbd584978" /><Relationship Type="http://schemas.openxmlformats.org/officeDocument/2006/relationships/tableStyles" Target="/ppt/tableStyles.xml" Id="R76cbde3467a044fe" /><Relationship Type="http://schemas.openxmlformats.org/officeDocument/2006/relationships/slide" Target="/ppt/slides/slide1.xml" Id="Re617a9f0f90f40b5" /><Relationship Type="http://schemas.openxmlformats.org/officeDocument/2006/relationships/slide" Target="/ppt/slides/slide2.xml" Id="Rf2a5591edecf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17c3124e4f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f28ead100e48f4" /><Relationship Type="http://schemas.openxmlformats.org/officeDocument/2006/relationships/notesMaster" Target="/ppt/notesMasters/notesMaster1.xml" Id="R59cf5b6d4bfe45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942d8a09e483c" /><Relationship Type="http://schemas.openxmlformats.org/officeDocument/2006/relationships/notesMaster" Target="/ppt/notesMasters/notesMaster1.xml" Id="R2a093593cb794b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2dd038bce4a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fd4df4c5af477c" /><Relationship Type="http://schemas.openxmlformats.org/officeDocument/2006/relationships/slideLayout" Target="/ppt/slideLayouts/slideLayout1.xml" Id="R0bebea909cfb4d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ebea909cfb4d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b9a0c39c740fc" /><Relationship Type="http://schemas.openxmlformats.org/officeDocument/2006/relationships/notesSlide" Target="/ppt/notesSlides/notesSlide1.xml" Id="R0248bc2c3b68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2f8fa972240bd" /><Relationship Type="http://schemas.openxmlformats.org/officeDocument/2006/relationships/notesSlide" Target="/ppt/notesSlides/notesSlide2.xml" Id="R1e2f52ed1aa04a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64833C-24AE-4307-B044-B315DF0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051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B2545"/>
                </a:solidFill>
              </a:defRPr>
            </a:pPr>
            <a:r>
              <a:rPr sz="5100" b="1">
                <a:solidFill>
                  <a:srgbClr val="0B2545"/>
                </a:solidFill>
              </a:rPr>
              <a:t>PPTX 中文标题：离线转换保真度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65A0A9-9DC7-4DAE-914B-5E6B6CB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49627A"/>
                </a:solidFill>
              </a:defRPr>
            </a:pPr>
            <a:r>
              <a:rPr sz="1950">
                <a:solidFill>
                  <a:srgbClr val="49627A"/>
                </a:solidFill>
              </a:rPr>
              <a:t>PPTX-CJK-PASS · 中文字体、标点，English 2026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D949E9D-ED2D-423B-ABB9-B57CF97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785"/>
                </a:solidFill>
              </a:defRPr>
            </a:pPr>
            <a:r>
              <a:rPr sz="1050">
                <a:solidFill>
                  <a:srgbClr val="6B7785"/>
                </a:solidFill>
              </a:rPr>
              <a:t>OpenConvert Office Fidelity Matrix · 01</a:t>
            </a:r>
          </a:p>
        </p:txBody>
      </p:sp>
    </p:spTree>
    <p:extLst>
      <p:ext uri="{BB962C8B-B14F-4D97-AF65-F5344CB8AC3E}">
        <p14:creationId xmlns:p14="http://schemas.microsoft.com/office/powerpoint/2010/main" val="1236183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able-title">
            <a:extLst xmlns:a="http://schemas.openxmlformats.org/drawingml/2006/main">
              <a:ext uri="{FF2B5EF4-FFF2-40B4-BE49-F238E27FC236}">
                <a16:creationId xmlns:a16="http://schemas.microsoft.com/office/drawing/2014/main" id="{0BADDD80-4C6D-43DF-916A-E4D1A9C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B2545"/>
                </a:solidFill>
              </a:defRPr>
            </a:pPr>
            <a:r>
              <a:rPr sz="3600" b="1">
                <a:solidFill>
                  <a:srgbClr val="0B2545"/>
                </a:solidFill>
              </a:rPr>
              <a:t>PPTX 表格标记：区域交付概览</a:t>
            </a:r>
          </a:p>
        </p:txBody>
      </p:sp>
      <p:sp>
        <p:nvSpPr>
          <p:cNvPr id="2" name="table-lead">
            <a:extLst xmlns:a="http://schemas.openxmlformats.org/drawingml/2006/main">
              <a:ext uri="{FF2B5EF4-FFF2-40B4-BE49-F238E27FC236}">
                <a16:creationId xmlns:a16="http://schemas.microsoft.com/office/drawing/2014/main" id="{2258BEA7-87CA-414F-846D-00B024E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9627A"/>
                </a:solidFill>
              </a:defRPr>
            </a:pPr>
            <a:r>
              <a:rPr sz="1650">
                <a:solidFill>
                  <a:srgbClr val="49627A"/>
                </a:solidFill>
              </a:rPr>
              <a:t>PPTX-第二页-乙：关键中文与表格内容应保留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9050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33261"/>
                <a:gridCol w="2277717"/>
                <a:gridCol w="2277717"/>
                <a:gridCol w="3188804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区域</a:t>
                      </a:r>
                    </a:p>
                  </a:txBody>
                  <a:tcPr marL="91440" marR="91440" marT="45720" marB="4572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任务数</a:t>
                      </a:r>
                    </a:p>
                  </a:txBody>
                  <a:tcPr marL="91440" marR="91440" marT="45720" marB="4572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成功率</a:t>
                      </a:r>
                    </a:p>
                  </a:txBody>
                  <a:tcPr marL="91440" marR="91440" marT="45720" marB="4572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验收状态</a:t>
                      </a:r>
                    </a:p>
                  </a:txBody>
                  <a:tcPr marL="91440" marR="91440" marT="45720" marB="45720" anchor="ctr">
                    <a:solidFill>
                      <a:srgbClr val="2E74B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华东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128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99.2%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中文正常</a:t>
                      </a:r>
                    </a:p>
                  </a:txBody>
                  <a:tcPr marL="114300" marR="114300" marT="76200" marB="762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华南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96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98.9%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表格正常</a:t>
                      </a:r>
                    </a:p>
                  </a:txBody>
                  <a:tcPr marL="114300" marR="114300" marT="76200" marB="762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西部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74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100%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字体正常</a:t>
                      </a:r>
                    </a:p>
                  </a:txBody>
                  <a:tcPr marL="114300" marR="114300" marT="76200" marB="762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合计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298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99.3%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84A"/>
                          </a:solidFill>
                        </a:rPr>
                        <a:t>PPTX-TABLE-PASS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BE3AD81-F688-4016-A9D1-C0335CB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B7785"/>
                </a:solidFill>
              </a:defRPr>
            </a:pPr>
            <a:r>
              <a:rPr sz="1050">
                <a:solidFill>
                  <a:srgbClr val="6B7785"/>
                </a:solidFill>
              </a:rPr>
              <a:t>OpenConvert Office Fidelity Matrix · 02</a:t>
            </a:r>
          </a:p>
        </p:txBody>
      </p:sp>
    </p:spTree>
    <p:extLst>
      <p:ext uri="{BB962C8B-B14F-4D97-AF65-F5344CB8AC3E}">
        <p14:creationId xmlns:p14="http://schemas.microsoft.com/office/powerpoint/2010/main" val="1317114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2026-08-21T12:53:27.3390000Z</dcterms:created>
  <dcterms:modified xsi:type="dcterms:W3CDTF">2026-08-21T12:53:27.3390000Z</dcterms:modified>
</coreProperties>
</file>